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5"/>
  </p:notesMasterIdLst>
  <p:sldIdLst>
    <p:sldId id="256" r:id="rId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 /><Relationship Id="rId7" Type="http://schemas.openxmlformats.org/officeDocument/2006/relationships/tableStyles" Target="tableStyles.xml" /><Relationship Id="rId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383477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0265466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830668778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496177933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5982352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1671948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97D882-5CAD-67B6-DFA5-EC2E99B136A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6143450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31815367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81307087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8320571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8987655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790654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642809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1519486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7184827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1829104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4766469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2409926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0078633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67515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5970629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944153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66730236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2930182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2526216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4136737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0726711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1641274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2949997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8729202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24593356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0673828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22208492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26744837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47539655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11578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6984855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29741049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55099608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1106098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74200125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67172993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036477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00014383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9996478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4196146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5594509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9220672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912895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05095515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58069649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762502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4317165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8103794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224711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29087707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9629147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9187489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3992385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898695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120424334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3609842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6247260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3007820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0472745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0178177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69496676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83855655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7737299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9808530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59238" y="621195"/>
            <a:ext cx="10934456" cy="27482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ONLYOFFICE/9.2.1.43</Application>
  <PresentationFormat>On-screen Show (4:3)</PresentationFormat>
  <Paragraphs>0</Paragraphs>
  <Slides>1</Slides>
  <Notes>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Theme 1</vt:lpstr>
      <vt:lpstr>Slide 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2026-02-09T16:20:51Z</dcterms:modified>
</cp:coreProperties>
</file>